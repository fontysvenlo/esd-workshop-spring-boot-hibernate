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2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A981D88F-3D38-4DFF-8A54-EC1DEB63449E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D909F20-644D-4744-9BF5-1D1D80429592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08822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1D88F-3D38-4DFF-8A54-EC1DEB63449E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9F20-644D-4744-9BF5-1D1D804295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923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1D88F-3D38-4DFF-8A54-EC1DEB63449E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9F20-644D-4744-9BF5-1D1D80429592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1668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1D88F-3D38-4DFF-8A54-EC1DEB63449E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9F20-644D-4744-9BF5-1D1D804295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66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1D88F-3D38-4DFF-8A54-EC1DEB63449E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9F20-644D-4744-9BF5-1D1D804295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9925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1D88F-3D38-4DFF-8A54-EC1DEB63449E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9F20-644D-4744-9BF5-1D1D804295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4394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1D88F-3D38-4DFF-8A54-EC1DEB63449E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9F20-644D-4744-9BF5-1D1D804295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168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1D88F-3D38-4DFF-8A54-EC1DEB63449E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9F20-644D-4744-9BF5-1D1D804295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2883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1D88F-3D38-4DFF-8A54-EC1DEB63449E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9F20-644D-4744-9BF5-1D1D804295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20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1D88F-3D38-4DFF-8A54-EC1DEB63449E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9F20-644D-4744-9BF5-1D1D804295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842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1D88F-3D38-4DFF-8A54-EC1DEB63449E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09F20-644D-4744-9BF5-1D1D804295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5057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A981D88F-3D38-4DFF-8A54-EC1DEB63449E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D909F20-644D-4744-9BF5-1D1D804295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1386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173B28-9845-4639-DBD9-A196DB4719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Spring + JPA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C1D3E91-E397-AFF7-D49C-9C5B57AE8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732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240751-507F-DE6C-078B-9D582DB82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BFFAB0-B948-E92E-9D1C-729C4EC01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Presentation</a:t>
            </a:r>
            <a:endParaRPr lang="de-DE" dirty="0"/>
          </a:p>
          <a:p>
            <a:pPr lvl="1"/>
            <a:r>
              <a:rPr lang="de-DE" dirty="0" err="1"/>
              <a:t>Introduction</a:t>
            </a:r>
            <a:endParaRPr lang="de-DE" dirty="0"/>
          </a:p>
          <a:p>
            <a:pPr lvl="1"/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Spring (Boot)</a:t>
            </a:r>
          </a:p>
          <a:p>
            <a:pPr lvl="2"/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exists</a:t>
            </a:r>
            <a:endParaRPr lang="de-DE" dirty="0"/>
          </a:p>
          <a:p>
            <a:pPr lvl="2"/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problem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solves</a:t>
            </a:r>
            <a:endParaRPr lang="de-DE" dirty="0"/>
          </a:p>
          <a:p>
            <a:pPr lvl="1"/>
            <a:r>
              <a:rPr lang="de-DE" dirty="0" err="1"/>
              <a:t>Relevance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market</a:t>
            </a:r>
            <a:endParaRPr lang="de-DE" dirty="0"/>
          </a:p>
          <a:p>
            <a:pPr lvl="1"/>
            <a:r>
              <a:rPr lang="de-DE" dirty="0"/>
              <a:t>Components</a:t>
            </a:r>
          </a:p>
          <a:p>
            <a:pPr lvl="2"/>
            <a:r>
              <a:rPr lang="de-DE" dirty="0"/>
              <a:t>JPA, Spring Data JPA, Hibernate</a:t>
            </a:r>
          </a:p>
          <a:p>
            <a:pPr lvl="1"/>
            <a:r>
              <a:rPr lang="de-DE" dirty="0" err="1"/>
              <a:t>When</a:t>
            </a:r>
            <a:r>
              <a:rPr lang="de-DE" dirty="0"/>
              <a:t> to </a:t>
            </a:r>
            <a:r>
              <a:rPr lang="de-DE" dirty="0" err="1"/>
              <a:t>use</a:t>
            </a:r>
            <a:r>
              <a:rPr lang="de-DE" dirty="0"/>
              <a:t> </a:t>
            </a:r>
          </a:p>
          <a:p>
            <a:pPr lvl="1"/>
            <a:r>
              <a:rPr lang="de-DE" dirty="0" err="1"/>
              <a:t>When</a:t>
            </a:r>
            <a:r>
              <a:rPr lang="de-DE" dirty="0"/>
              <a:t> not to </a:t>
            </a:r>
            <a:r>
              <a:rPr lang="de-DE" dirty="0" err="1"/>
              <a:t>use</a:t>
            </a:r>
            <a:endParaRPr lang="de-DE" dirty="0"/>
          </a:p>
          <a:p>
            <a:pPr lvl="1"/>
            <a:r>
              <a:rPr lang="de-DE" dirty="0" err="1"/>
              <a:t>How</a:t>
            </a:r>
            <a:r>
              <a:rPr lang="de-DE" dirty="0"/>
              <a:t> to </a:t>
            </a:r>
            <a:r>
              <a:rPr lang="de-DE" dirty="0" err="1"/>
              <a:t>use</a:t>
            </a:r>
            <a:endParaRPr lang="de-DE" dirty="0"/>
          </a:p>
          <a:p>
            <a:r>
              <a:rPr lang="de-DE" dirty="0"/>
              <a:t>Workshop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9963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369E-65D8-BEF6-98A4-710DD9A2F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7C3807-3B19-FFA4-E854-AD36CB8AA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48A5DE-1BEB-D367-4EEA-78A4C53F1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Topic </a:t>
            </a:r>
            <a:r>
              <a:rPr lang="de-DE" dirty="0" err="1"/>
              <a:t>changed</a:t>
            </a:r>
            <a:endParaRPr lang="de-DE" dirty="0"/>
          </a:p>
          <a:p>
            <a:r>
              <a:rPr lang="de-DE" dirty="0"/>
              <a:t>This </a:t>
            </a:r>
            <a:r>
              <a:rPr lang="de-DE" dirty="0" err="1"/>
              <a:t>lead</a:t>
            </a:r>
            <a:r>
              <a:rPr lang="de-DE" dirty="0"/>
              <a:t> to: Spring &amp; JPA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Boot and Hibernate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Created</a:t>
            </a:r>
            <a:r>
              <a:rPr lang="de-DE" dirty="0"/>
              <a:t> in 2003 to </a:t>
            </a:r>
            <a:r>
              <a:rPr lang="de-DE" dirty="0" err="1"/>
              <a:t>solve</a:t>
            </a:r>
            <a:r>
              <a:rPr lang="de-DE" dirty="0"/>
              <a:t> </a:t>
            </a:r>
            <a:r>
              <a:rPr lang="de-DE" dirty="0" err="1"/>
              <a:t>complexity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Jakarta EE</a:t>
            </a:r>
          </a:p>
          <a:p>
            <a:r>
              <a:rPr lang="de-DE" dirty="0"/>
              <a:t>First </a:t>
            </a:r>
            <a:r>
              <a:rPr lang="de-DE" dirty="0" err="1"/>
              <a:t>created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Rod Johnson</a:t>
            </a:r>
          </a:p>
        </p:txBody>
      </p:sp>
    </p:spTree>
    <p:extLst>
      <p:ext uri="{BB962C8B-B14F-4D97-AF65-F5344CB8AC3E}">
        <p14:creationId xmlns:p14="http://schemas.microsoft.com/office/powerpoint/2010/main" val="2477062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94FCA-0263-F41C-D641-8452AB1B5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375033-24A3-C4CB-16BC-DAC5F8C27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Spring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073A22-3C8D-84E9-F8E6-FA930CFFD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Spring </a:t>
            </a:r>
            <a:r>
              <a:rPr lang="de-DE" dirty="0" err="1"/>
              <a:t>is</a:t>
            </a:r>
            <a:r>
              <a:rPr lang="de-DE" dirty="0"/>
              <a:t> a Java Framework</a:t>
            </a:r>
          </a:p>
          <a:p>
            <a:r>
              <a:rPr lang="de-DE" dirty="0"/>
              <a:t> </a:t>
            </a:r>
            <a:r>
              <a:rPr lang="de-DE" dirty="0" err="1"/>
              <a:t>Significantly</a:t>
            </a:r>
            <a:r>
              <a:rPr lang="de-DE" dirty="0"/>
              <a:t> </a:t>
            </a:r>
            <a:r>
              <a:rPr lang="de-DE" dirty="0" err="1"/>
              <a:t>reduces</a:t>
            </a:r>
            <a:r>
              <a:rPr lang="de-DE" dirty="0"/>
              <a:t> </a:t>
            </a:r>
            <a:r>
              <a:rPr lang="de-DE" dirty="0" err="1"/>
              <a:t>Boilerplate</a:t>
            </a:r>
            <a:endParaRPr lang="de-DE" dirty="0"/>
          </a:p>
          <a:p>
            <a:r>
              <a:rPr lang="de-DE" dirty="0" err="1"/>
              <a:t>Offers</a:t>
            </a:r>
            <a:r>
              <a:rPr lang="de-DE" dirty="0"/>
              <a:t> an </a:t>
            </a:r>
            <a:r>
              <a:rPr lang="de-DE" dirty="0" err="1"/>
              <a:t>industry</a:t>
            </a:r>
            <a:r>
              <a:rPr lang="de-DE" dirty="0"/>
              <a:t> </a:t>
            </a:r>
            <a:r>
              <a:rPr lang="de-DE" dirty="0" err="1"/>
              <a:t>standart</a:t>
            </a:r>
            <a:r>
              <a:rPr lang="de-DE" dirty="0"/>
              <a:t> to follow</a:t>
            </a:r>
          </a:p>
          <a:p>
            <a:endParaRPr lang="de-DE" dirty="0"/>
          </a:p>
          <a:p>
            <a:pPr lvl="1"/>
            <a:r>
              <a:rPr lang="de-DE" dirty="0" err="1"/>
              <a:t>Unifies</a:t>
            </a:r>
            <a:r>
              <a:rPr lang="de-DE" dirty="0"/>
              <a:t> </a:t>
            </a:r>
            <a:r>
              <a:rPr lang="de-DE" dirty="0" err="1"/>
              <a:t>approaches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5548123"/>
      </p:ext>
    </p:extLst>
  </p:cSld>
  <p:clrMapOvr>
    <a:masterClrMapping/>
  </p:clrMapOvr>
</p:sld>
</file>

<file path=ppt/theme/theme1.xml><?xml version="1.0" encoding="utf-8"?>
<a:theme xmlns:a="http://schemas.openxmlformats.org/drawingml/2006/main" name="Aussicht">
  <a:themeElements>
    <a:clrScheme name="Aussicht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Aussicht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sicht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A300B00-E249-4742-BD7E-0E73DE3DF728}">
  <we:reference id="wa200005566" version="3.0.0.3" store="de-DE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TM03457515[[fn=Aussicht]]</Template>
  <TotalTime>0</TotalTime>
  <Words>96</Words>
  <Application>Microsoft Office PowerPoint</Application>
  <PresentationFormat>Breitbild</PresentationFormat>
  <Paragraphs>26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Century Schoolbook</vt:lpstr>
      <vt:lpstr>Wingdings 2</vt:lpstr>
      <vt:lpstr>Aussicht</vt:lpstr>
      <vt:lpstr>Spring + JPA</vt:lpstr>
      <vt:lpstr>Agenda</vt:lpstr>
      <vt:lpstr>Introduction</vt:lpstr>
      <vt:lpstr>What is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Thimm,Florian F.</dc:creator>
  <cp:lastModifiedBy>Thimm,Florian F.</cp:lastModifiedBy>
  <cp:revision>1</cp:revision>
  <dcterms:created xsi:type="dcterms:W3CDTF">2025-11-11T09:35:32Z</dcterms:created>
  <dcterms:modified xsi:type="dcterms:W3CDTF">2025-11-11T17:40:50Z</dcterms:modified>
</cp:coreProperties>
</file>